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FiberX ShiftMaster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تجربة أسهل لإدارة الشفتات للموظف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المشكلة قبل النظام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لخبطة بالمناوبات</a:t>
            </a:r>
          </a:p>
          <a:p>
            <a:r>
              <a:t>صعوبة تبديل الشفت</a:t>
            </a:r>
          </a:p>
          <a:p>
            <a:r>
              <a:t>تأخير بالردود والموافقات</a:t>
            </a:r>
          </a:p>
          <a:p>
            <a:r>
              <a:t>عدم وضوح الجداول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الحل للمستخدم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واجهة سهلة وبسيطة</a:t>
            </a:r>
          </a:p>
          <a:p>
            <a:r>
              <a:t>جدول مناوبات واضح ومحدث</a:t>
            </a:r>
          </a:p>
          <a:p>
            <a:r>
              <a:t>طلبات تبديل الشفت بخطوات قليلة</a:t>
            </a:r>
          </a:p>
          <a:p>
            <a:r>
              <a:t>إشعارات فورية لأي تحديث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أهم الميزات كمستخدم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عرض الشفتات اليومية/الأسبوعية</a:t>
            </a:r>
          </a:p>
          <a:p>
            <a:r>
              <a:t>تقديم إجازة أو اعتذار بسرعة</a:t>
            </a:r>
          </a:p>
          <a:p>
            <a:r>
              <a:t>متابعة حالة الطلب (قيد المراجعة/مقبول/مرفوض)</a:t>
            </a:r>
          </a:p>
          <a:p>
            <a:r>
              <a:t>تنبيهات قبل بداية الشفت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الفائدة العملية للمستخدم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توفير وقت</a:t>
            </a:r>
          </a:p>
          <a:p>
            <a:r>
              <a:t>تقليل الأخطاء والالتباس</a:t>
            </a:r>
          </a:p>
          <a:p>
            <a:r>
              <a:t>راحة نفسية وتنظيم أفضل</a:t>
            </a:r>
          </a:p>
          <a:p>
            <a:r>
              <a:t>تواصل أسرع مع الإدارة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الفائدة للإدارة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انضباط أعلى بالحضور</a:t>
            </a:r>
          </a:p>
          <a:p>
            <a:r>
              <a:t>تقليل النزاعات على الجداول</a:t>
            </a:r>
          </a:p>
          <a:p>
            <a:r>
              <a:t>رؤية أوضح لتوزيع الكادر</a:t>
            </a:r>
          </a:p>
          <a:p>
            <a:r>
              <a:t>قرارات أسرع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مثال قبل/بعد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قبل: رسائل واتصالات كثيرة + تأخير</a:t>
            </a:r>
          </a:p>
          <a:p>
            <a:r>
              <a:t>بعد: كل الطلبات والجداول من مكان واحد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الخلاصة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ShiftMaster = تجربة مستخدم أسهل + تنظيم أعلى + سرعة استجابة أفضل</a:t>
            </a:r>
          </a:p>
          <a:p>
            <a:r>
              <a:t>النتيجة: وقت أقل، وضوح أكثر، أخطاء أقل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